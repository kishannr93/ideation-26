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assets/templates/be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188720" cy="1188720"/>
          </a:xfrm>
          <a:prstGeom prst="rect">
            <a:avLst/>
          </a:prstGeom>
        </p:spPr>
      </p:pic>
      <p:pic>
        <p:nvPicPr>
          <p:cNvPr id="3" name="Image 1" descr="public/assets/templates/anveshan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1188720" cy="1188720"/>
          </a:xfrm>
          <a:prstGeom prst="rect">
            <a:avLst/>
          </a:prstGeom>
        </p:spPr>
      </p:pic>
      <p:pic>
        <p:nvPicPr>
          <p:cNvPr id="4" name="Image 2" descr="public/assets/templates/ideation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011680"/>
            <a:ext cx="3474720" cy="40233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20240" y="32004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Bapuji Educational Association (Regd.)
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Bapuji Institute of Engineering and Technology
</a:t>
            </a:r>
            <a:pPr algn="ctr" indent="0" marL="0">
              <a:buNone/>
            </a:pPr>
            <a:r>
              <a:rPr lang="en-US" sz="1200" i="1" dirty="0">
                <a:solidFill>
                  <a:srgbClr val="9D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 autonomous institute affiliated to VTU, Belagavi, Karnataka)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914400" y="19202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5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5400" dirty="0"/>
          </a:p>
        </p:txBody>
      </p:sp>
      <p:sp>
        <p:nvSpPr>
          <p:cNvPr id="7" name="Text 2"/>
          <p:cNvSpPr/>
          <p:nvPr/>
        </p:nvSpPr>
        <p:spPr>
          <a:xfrm>
            <a:off x="914400" y="3108960"/>
            <a:ext cx="7132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pPr indent="0" marL="0">
              <a:buNone/>
            </a:pPr>
            <a:r>
              <a:rPr lang="en-US" sz="1800" dirty="0">
                <a:solidFill>
                  <a:srgbClr val="3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Name]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 </a:t>
            </a:r>
            <a:pPr indent="0" marL="0">
              <a:buNone/>
            </a:pPr>
            <a:r>
              <a:rPr lang="en-US" sz="1800" dirty="0">
                <a:solidFill>
                  <a:srgbClr val="3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Leader Name]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pPr indent="0" marL="0">
              <a:buNone/>
            </a:pPr>
            <a:r>
              <a:rPr lang="en-US" sz="1800" dirty="0">
                <a:solidFill>
                  <a:srgbClr val="3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Problem Statement / Title]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category:  </a:t>
            </a:r>
            <a:pPr indent="0" marL="0">
              <a:buNone/>
            </a:pPr>
            <a:r>
              <a:rPr lang="en-US" sz="1700" dirty="0">
                <a:solidFill>
                  <a:srgbClr val="3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[Agri Tech / Smart City / Robotics / Health Tech / IoT / Open Innovation]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 challenge of problem statement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- goal of your project.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impact of your project
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: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or different?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key features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image or block diagram: "Idea in one picture"
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AND PROTOTYPE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plan: [What the judges will see working live in your 5-minute demo]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stack/Components (Hardware / Embedded System)
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RISKS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feasible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
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PLAN &amp; WHAT YOU ARE BUILDING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demo plan you build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judges will see
</a:t>
            </a:r>
            <a:endParaRPr lang="en-US" sz="2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 within the event
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74320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78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[SYSTEM ARCHITECTURE / WORKFLOW DIAGRAM / UI WIREFRAMES CANVAS]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9445752" cy="4389120"/>
          </a:xfrm>
          <a:prstGeom prst="round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35E0FF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 (delete this slide)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Slides 1 to 7 only, no extra slides
</a:t>
            </a:r>
            <a:pPr indent="0" marL="0">
              <a:buNone/>
            </a:pPr>
            <a:r>
              <a:rPr lang="en-US" sz="2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[brackets] or guide lines left
</a:t>
            </a:r>
            <a:pPr indent="0" marL="0">
              <a:buNone/>
            </a:pPr>
            <a:r>
              <a:rPr lang="en-US" sz="2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diagram or picture on slides 3 and 4
</a:t>
            </a:r>
            <a:pPr indent="0" marL="0">
              <a:buNone/>
            </a:pPr>
            <a:r>
              <a:rPr lang="en-US" sz="2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tools, libraries and sources declared
</a:t>
            </a:r>
            <a:pPr indent="0" marL="0">
              <a:buNone/>
            </a:pPr>
            <a:r>
              <a:rPr lang="en-US" sz="2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 the ppt or pdf as Teamleadername_TeamName.pdf or pptx
</a:t>
            </a:r>
            <a:pPr indent="0" marL="0">
              <a:buNone/>
            </a:pPr>
            <a:r>
              <a:rPr lang="en-US" sz="2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Uploaded on the IDEATION website before the deadline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Bapuji Institute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IDEATION 2026 Official PPT Template</dc:title>
  <dc:subject>IDEATION Hackathon Pitch Deck</dc:subject>
  <dc:creator>Anveshan Club, BIET Davangere</dc:creator>
  <cp:lastModifiedBy>Anveshan Club, BIET Davangere</cp:lastModifiedBy>
  <cp:revision>1</cp:revision>
  <dcterms:created xsi:type="dcterms:W3CDTF">2026-10-27T13:24:21Z</dcterms:created>
  <dcterms:modified xsi:type="dcterms:W3CDTF">2026-10-27T13:24:21Z</dcterms:modified>
</cp:coreProperties>
</file>